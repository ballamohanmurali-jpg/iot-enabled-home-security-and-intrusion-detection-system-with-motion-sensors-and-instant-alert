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erif Semi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DE79F-42CF-4AF5-8085-3D28C8E84179}" v="1" dt="2026-10-02T16:30:38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6:30:38.383" v="0"/>
      <pc:docMkLst>
        <pc:docMk/>
      </pc:docMkLst>
      <pc:sldChg chg="modSp">
        <pc:chgData name="LOKESH VARMA" userId="5a6544d979890337" providerId="LiveId" clId="{18709C81-8BFC-496B-85F4-F173543D6FD6}" dt="2026-10-02T16:30:38.383" v="0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2T16:30:38.383" v="0"/>
          <ac:spMkLst>
            <pc:docMk/>
            <pc:sldMk cId="0" sldId="256"/>
            <ac:spMk id="16" creationId="{8A6B8019-3C76-35EE-F6A3-9D1E77AF02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86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8386"/>
            <a:ext cx="10795524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IoT-Enabled Home Security and Intrusion Detection System with Motion Sensors and Instant Alert Notifications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62721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IoT-based security solution designed to continuously monitor residential premises, detect suspicious activities and unauthorized intrusion attempts, and deliver instant alert notifications — enabling homeowners to respond quickly and monitor their homes remotely.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3381970"/>
            <a:ext cx="5310452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957" y="3562846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8957" y="3924201"/>
            <a:ext cx="494870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24/7 surveillance of residential premises using smart sensors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3059" y="3381970"/>
            <a:ext cx="5310551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3930" y="3562846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3930" y="3924201"/>
            <a:ext cx="49488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unauthorized movement and suspicious activity in real time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8086" y="4838005"/>
            <a:ext cx="5310452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957" y="5018881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Alerts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8957" y="5380236"/>
            <a:ext cx="49487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notifications delivered to homeowners upon threat detection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3059" y="4838005"/>
            <a:ext cx="5310551" cy="1281509"/>
          </a:xfrm>
          <a:prstGeom prst="roundRect">
            <a:avLst>
              <a:gd name="adj" fmla="val 572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3930" y="5018881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Remote Monitoring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30" y="5380236"/>
            <a:ext cx="49488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security information from anywhere via mobile app or web dashboard</a:t>
            </a:r>
            <a:endParaRPr lang="en-US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B8019-3C76-35EE-F6A3-9D1E77AF0299}"/>
              </a:ext>
            </a:extLst>
          </p:cNvPr>
          <p:cNvSpPr txBox="1"/>
          <p:nvPr/>
        </p:nvSpPr>
        <p:spPr>
          <a:xfrm>
            <a:off x="9519875" y="6209150"/>
            <a:ext cx="1792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BANDA CHANDU</a:t>
            </a:r>
            <a:br>
              <a:rPr lang="en-IN" b="1" dirty="0"/>
            </a:br>
            <a:r>
              <a:rPr lang="en-IN" b="1" dirty="0"/>
              <a:t>323129520034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1082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773138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security has become increasingly important as thefts and unauthorized intrusions continue to pose serious risks to residential safety. Existing approaches fall short in several critical ways.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72379" y="2527895"/>
            <a:ext cx="5436258" cy="2245816"/>
          </a:xfrm>
          <a:prstGeom prst="roundRect">
            <a:avLst>
              <a:gd name="adj" fmla="val 5596"/>
            </a:avLst>
          </a:prstGeom>
          <a:solidFill>
            <a:srgbClr val="E851B2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46900" y="2702421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Limitations of Conventional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6900" y="3133626"/>
            <a:ext cx="5087215" cy="1299865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Rely on manual monitoring or standalone alarm systems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limited real-time security information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responses reduce the effectiveness of security measures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centralized visibility across entry points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5115" y="2702421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Homeowners Actually Need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5115" y="3133626"/>
            <a:ext cx="5184844" cy="1579066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systems that monitor continuously without human intervention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detection of suspicious activities as they occur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notifications that enable rapid response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overall safety and peace of mind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8086" y="4970066"/>
            <a:ext cx="10795524" cy="977106"/>
          </a:xfrm>
          <a:prstGeom prst="roundRect">
            <a:avLst>
              <a:gd name="adj" fmla="val 7503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5219502"/>
            <a:ext cx="218177" cy="174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5305" y="5188148"/>
            <a:ext cx="1005378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responses in conventional systems can critically reduce the effectiveness of security measures — making real-time intelligence essential.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704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80935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IoT-Enabled Home Security and Intrusion Detection System</a:t>
            </a: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addresses these gaps by combining motion sensors and IoT technologies into a unified, intelligent security platform for residential premises.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564110"/>
            <a:ext cx="5310452" cy="1586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7855" y="2757686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IoT-Powered Sensor Network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7855" y="3119041"/>
            <a:ext cx="48471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sensors and door/window sensors work together to continuously detect unauthorized movement and intrusion attempts across all monitored areas.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2564110"/>
            <a:ext cx="5310551" cy="15861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2828" y="2757686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Centralized Monitoring Platform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52828" y="3119041"/>
            <a:ext cx="484721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secure, user-friendly interface consolidates all sensor data and security events into a single dashboard accessible from any device.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324747"/>
            <a:ext cx="5310452" cy="15861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855" y="4518323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Alert Notifications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67855" y="4879677"/>
            <a:ext cx="484711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suspicious activity is detected, the system immediately sends alerts to homeowners — eliminating the need for continuous manual observation.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4324747"/>
            <a:ext cx="5310551" cy="15861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52828" y="4518323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Remote Home Monitoring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52828" y="4879677"/>
            <a:ext cx="484721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Homeowners can monitor their premises from anywhere in the world through a mobile application or web dashboard, ensuring security is always within reach.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988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512193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around ten core objectives that together deliver comprehensive, intelligent, and responsive home security.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98086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8086" y="2265263"/>
            <a:ext cx="3482094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2390577"/>
            <a:ext cx="348209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Continuously monitor residential premises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54701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4701" y="2265263"/>
            <a:ext cx="3482193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9" name="Text 7"/>
          <p:cNvSpPr/>
          <p:nvPr/>
        </p:nvSpPr>
        <p:spPr>
          <a:xfrm>
            <a:off x="4354701" y="2390577"/>
            <a:ext cx="348219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 unauthorized movement and intrusion attempts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11416" y="198774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11416" y="2265263"/>
            <a:ext cx="3482193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011416" y="2390577"/>
            <a:ext cx="348219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 doors and windows for suspicious activity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8086" y="320933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8086" y="3486845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98086" y="3612158"/>
            <a:ext cx="53104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Provide real-time security information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3059" y="320933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83059" y="3486845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183059" y="3612158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Generate instant alert notifications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086" y="419606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98086" y="4473575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98086" y="4598888"/>
            <a:ext cx="5310452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Enable remote monitoring via mobile apps or web dashboards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3059" y="4196060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83059" y="4473575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183059" y="4598888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Maintain intrusion history and activity records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086" y="5417641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8086" y="5695156"/>
            <a:ext cx="5310452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98086" y="5820470"/>
            <a:ext cx="53104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Improve user safety and response 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83059" y="5417641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83059" y="5695156"/>
            <a:ext cx="5310551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183059" y="5820470"/>
            <a:ext cx="53105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Support smart home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3214"/>
            <a:ext cx="10795524" cy="48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Sensors and System Components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439565"/>
            <a:ext cx="11405108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major components work in concert to deliver continuous, reliable security monitoring across all residential entry points and monitored zones.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77814"/>
            <a:ext cx="415815" cy="415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PIR Motion Sensors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2831505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movement within monitored areas and identify possible unauthorized activity in real time.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2639" y="1877814"/>
            <a:ext cx="415815" cy="415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2639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Door &amp; Window Sensors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62639" y="2831505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the opening or activity of doors and windows to help identify possible intrusion attempts at entry points.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191" y="1877814"/>
            <a:ext cx="415815" cy="4158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7191" y="2491780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Communication Modules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27191" y="2831505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Transmit sensor data to the central monitoring system reliably and in real time.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928467"/>
            <a:ext cx="415815" cy="4158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86" y="4542433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Cloud Connectivity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98086" y="4882158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centralized access to all security information from any location at any time.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2639" y="3928467"/>
            <a:ext cx="415815" cy="4158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62639" y="4542433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Mobile App / Web Dashboard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362639" y="4882158"/>
            <a:ext cx="3466418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security alerts, sensor status, and remote monitoring capabilities to homeowners.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98086" y="5580360"/>
            <a:ext cx="10795524" cy="644327"/>
          </a:xfrm>
          <a:prstGeom prst="roundRect">
            <a:avLst>
              <a:gd name="adj" fmla="val 10844"/>
            </a:avLst>
          </a:prstGeom>
          <a:solidFill>
            <a:srgbClr val="F9D2EB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372" y="5806380"/>
            <a:ext cx="207858" cy="16629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8517" y="5780484"/>
            <a:ext cx="1069839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components form an integrated ecosystem — each layer depends on the others to ensure no security event goes undetected or unreported.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79921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Working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98086" y="823813"/>
            <a:ext cx="1140510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follows a structured 10-step operational workflow — from sensor installation through to event recording — ensuring every security event is detected, communicated, and logged.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91" y="977602"/>
            <a:ext cx="8340913" cy="57481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4329" y="4554299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Install Sensors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0375" y="2158526"/>
            <a:ext cx="2285905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 Movement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56464" y="5261240"/>
            <a:ext cx="2279326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Transmit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79739" y="2793947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&amp; Log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98086" y="6774755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4647" y="679588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37991" y="6804720"/>
            <a:ext cx="51305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Installation &amp; Sensing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37991" y="6959104"/>
            <a:ext cx="5130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sensors are installed at important locations. PIR motion sensors and door/window sensors continuously monitor all designated areas and entry points.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6123033" y="6774755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9594" y="679588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62938" y="6804720"/>
            <a:ext cx="51306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Detection &amp; Transmission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362938" y="6959104"/>
            <a:ext cx="51306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Sensors detect suspicious movement or intrusion attempts. Sensor data is immediately transmitted using IoT communication modules to the central system for processing.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698086" y="7255867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4647" y="7277001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37991" y="7285831"/>
            <a:ext cx="51305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&amp; Response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37991" y="7440216"/>
            <a:ext cx="5130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instant alert is generated and delivered to the homeowner via mobile app or web dashboard. The homeowner reviews the information remotely and responds quickly.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6123033" y="7255867"/>
            <a:ext cx="196349" cy="196354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9594" y="7277001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62938" y="7285831"/>
            <a:ext cx="51306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Recording &amp; Logging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362938" y="7440216"/>
            <a:ext cx="513067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intrusion events and system activity are recorded for future monitoring, analysis, and continuous security management.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1437"/>
            <a:ext cx="10795524" cy="48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Monitoring and Alerts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347788"/>
            <a:ext cx="10795524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system's monitoring and notification capabilities ensure homeowners are always informed — without needing to continuously observe their property manually.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8086" y="2204541"/>
            <a:ext cx="5194865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System Monitors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8086" y="2627511"/>
            <a:ext cx="2518109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422" y="281285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Sensor Monitoring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422" y="3460750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status tracking of all connected sensors across the premises.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74742" y="2627511"/>
            <a:ext cx="2518208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0078" y="2812852"/>
            <a:ext cx="2147536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Motion Detection Information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0078" y="3460750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Logs and displays all detected movement events with timestamps.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8086" y="4584502"/>
            <a:ext cx="2518109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3422" y="476984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Door &amp; Window Activity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3422" y="5417741"/>
            <a:ext cx="2147437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all open/close events at monitored entry points.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74742" y="4584502"/>
            <a:ext cx="2518208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0078" y="4769842"/>
            <a:ext cx="2147536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 Status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0078" y="5173067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the operational health and connectivity of each sensor.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5095" y="2204541"/>
            <a:ext cx="5194865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System Reports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5095" y="2627511"/>
            <a:ext cx="2518109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0431" y="2812852"/>
            <a:ext cx="2147437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Intrusion Alerts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0431" y="3460750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push notifications triggered by any detected suspicious activity.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81751" y="2627511"/>
            <a:ext cx="2518208" cy="1798439"/>
          </a:xfrm>
          <a:prstGeom prst="roundRect">
            <a:avLst>
              <a:gd name="adj" fmla="val 388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67087" y="2812852"/>
            <a:ext cx="2147536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Security Notifications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67087" y="3460750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 updates delivered to the homeowner's mobile app or dashboard.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5095" y="4584502"/>
            <a:ext cx="2518109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0431" y="4769842"/>
            <a:ext cx="214743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History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0431" y="5173067"/>
            <a:ext cx="214743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 log of all past intrusion events for review and analysis.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81751" y="4584502"/>
            <a:ext cx="2518208" cy="1553766"/>
          </a:xfrm>
          <a:prstGeom prst="roundRect">
            <a:avLst>
              <a:gd name="adj" fmla="val 44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7087" y="4769842"/>
            <a:ext cx="2147536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Activity Logs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67087" y="5173067"/>
            <a:ext cx="2147536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Detailed records of all system operations and sensor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24570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Dashboard and Remote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1240929"/>
            <a:ext cx="11405108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centralized monitoring dashboard brings all security information into one accessible interface, enabling homeowners to stay informed and in control from anywhere.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8086" y="1620242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129" y="1779290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Current Sensor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7129" y="2083991"/>
            <a:ext cx="501290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view of all connected sensors and their operational state across the premises.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62620" y="1620242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1664" y="1779290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Intrusion History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664" y="2083991"/>
            <a:ext cx="501290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record of all past intrusion events, accessible for review at any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8086" y="2834580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129" y="2993628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7129" y="3298329"/>
            <a:ext cx="501290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display of active security notifications as they are triggered by the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2620" y="2834580"/>
            <a:ext cx="5330989" cy="1080790"/>
          </a:xfrm>
          <a:prstGeom prst="roundRect">
            <a:avLst>
              <a:gd name="adj" fmla="val 59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1664" y="2993628"/>
            <a:ext cx="50129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Activity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664" y="3298329"/>
            <a:ext cx="501290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Detailed logs of all system operations, sensor events, and user interactions.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086" y="4115792"/>
            <a:ext cx="1079552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Advantages of Remote Monitoring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33" y="4545459"/>
            <a:ext cx="228991" cy="22899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4365" y="4540746"/>
            <a:ext cx="481794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 from Anywhere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94365" y="4845447"/>
            <a:ext cx="481794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Homeowners can review security conditions remotely at any time, regardless of their physical location.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536" y="4545459"/>
            <a:ext cx="228991" cy="22899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75568" y="4540746"/>
            <a:ext cx="48180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Rapid Threat Identification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675568" y="4845447"/>
            <a:ext cx="481804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Suspicious activity can be identified quickly through real-time alerts and live sensor data.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33" y="5575350"/>
            <a:ext cx="228991" cy="22899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94365" y="5570637"/>
            <a:ext cx="481794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Timely Response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94365" y="5875338"/>
            <a:ext cx="4817942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can respond to security threats promptly, reducing the window of vulnerability.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536" y="5575350"/>
            <a:ext cx="228991" cy="22899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568" y="5570637"/>
            <a:ext cx="48180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Reduced Manual Dependency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675568" y="5875338"/>
            <a:ext cx="481804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Eliminates the need for continuous manual observation, freeing homeowners from constant vigilance.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6298"/>
            <a:ext cx="10795524" cy="4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Benefits and Applications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90039" y="1180703"/>
            <a:ext cx="5430900" cy="5130998"/>
          </a:xfrm>
          <a:prstGeom prst="roundRect">
            <a:avLst>
              <a:gd name="adj" fmla="val 2105"/>
            </a:avLst>
          </a:prstGeom>
          <a:solidFill>
            <a:srgbClr val="E851B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9955" y="1309588"/>
            <a:ext cx="513106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9955" y="1659037"/>
            <a:ext cx="5131069" cy="2100461"/>
          </a:xfrm>
          <a:prstGeom prst="rect">
            <a:avLst/>
          </a:prstGeom>
          <a:noFill/>
          <a:ln/>
        </p:spPr>
        <p:txBody>
          <a:bodyPr wrap="square" lIns="0" tIns="60000" rIns="0" bIns="0" rtlCol="0" anchor="t">
            <a:normAutofit/>
          </a:bodyPr>
          <a:lstStyle/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Enhances intrusion detection accuracy and coverage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real-time monitoring across all entry points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instant security notifications to homeowners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overall user safety and awareness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remote home monitoring from any location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dependence on manual monitoring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quick response to suspicious activity</a:t>
            </a:r>
            <a:endParaRPr lang="en-US" sz="1150" dirty="0"/>
          </a:p>
          <a:p>
            <a:pPr marL="233680" indent="-233680" algn="l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historical security information for ongoing management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5152" y="1309588"/>
            <a:ext cx="5214807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Suitable Applications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5152" y="1675110"/>
            <a:ext cx="2542913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1418" y="1831380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5140" y="1955105"/>
            <a:ext cx="202401" cy="2024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1418" y="2410222"/>
            <a:ext cx="223038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Homes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956947" y="1675110"/>
            <a:ext cx="2543012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13213" y="1831380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935" y="1955105"/>
            <a:ext cx="202401" cy="2024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13213" y="2410222"/>
            <a:ext cx="2230481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Apartments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85152" y="2915940"/>
            <a:ext cx="2542913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41418" y="307220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5140" y="3195935"/>
            <a:ext cx="202401" cy="2024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1418" y="3651052"/>
            <a:ext cx="223038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Offices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956947" y="2915940"/>
            <a:ext cx="2543012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3213" y="307220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6935" y="3195935"/>
            <a:ext cx="202401" cy="202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3213" y="3651052"/>
            <a:ext cx="2230481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Warehouses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285152" y="4156770"/>
            <a:ext cx="5214807" cy="1111945"/>
          </a:xfrm>
          <a:prstGeom prst="roundRect">
            <a:avLst>
              <a:gd name="adj" fmla="val 5666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41418" y="4313039"/>
            <a:ext cx="449946" cy="449957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5140" y="4436765"/>
            <a:ext cx="202401" cy="2024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41418" y="4891881"/>
            <a:ext cx="4902276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Small Businesses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6285152" y="5413673"/>
            <a:ext cx="5214807" cy="753070"/>
          </a:xfrm>
          <a:prstGeom prst="roundRect">
            <a:avLst>
              <a:gd name="adj" fmla="val 8366"/>
            </a:avLst>
          </a:prstGeom>
          <a:solidFill>
            <a:srgbClr val="F9D2EB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068" y="5607447"/>
            <a:ext cx="187420" cy="149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72403" y="5567065"/>
            <a:ext cx="4577640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to be </a:t>
            </a:r>
            <a:r>
              <a:rPr lang="en-US" sz="11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secure and scalable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adaptable to a wide range of premises sizes and security requirements.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280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675110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IoT-Enabled Home Security and Intrusion Detection System</a:t>
            </a: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represents a modern, intelligent approach to residential security — combining continuous sensor monitoring, cloud connectivity, and instant alert notifications into a single cohesive platform.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2410817"/>
            <a:ext cx="5307673" cy="12370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0706" y="2429867"/>
            <a:ext cx="50760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Sensor Coverage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0706" y="2791222"/>
            <a:ext cx="507600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motion sensors and door/window sensors continuously monitor all important areas, ensuring no intrusion attempt goes undetected.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837" y="2410817"/>
            <a:ext cx="5307773" cy="12370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7507" y="2429867"/>
            <a:ext cx="50761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Centralized &amp; Remote Access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17507" y="2791222"/>
            <a:ext cx="50761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 communication and cloud connectivity enable centralized monitoring and remote access through mobile applications and web dashboards.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3958828"/>
            <a:ext cx="5307673" cy="12370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0706" y="3977878"/>
            <a:ext cx="50760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Instant Intelligent Alerts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10706" y="4339233"/>
            <a:ext cx="50760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Suspicious activity triggers immediate alert notifications, empowering homeowners to respond quickly without manual observation.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837" y="3958828"/>
            <a:ext cx="5307773" cy="12370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7507" y="3977878"/>
            <a:ext cx="507610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Historical Records &amp; Smart Automation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17507" y="4339233"/>
            <a:ext cx="50761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Intrusion history and activity logs support continuous security management, while smart home automation integration extends the system's capabilities.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959818" y="5569545"/>
            <a:ext cx="1114337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"IoT-enabled real-time monitoring and instant alerts provide intelligent, responsive, and reliable security for modern homes."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98086" y="5373191"/>
            <a:ext cx="19050" cy="671909"/>
          </a:xfrm>
          <a:prstGeom prst="roundRect">
            <a:avLst>
              <a:gd name="adj" fmla="val 49999"/>
            </a:avLst>
          </a:prstGeom>
          <a:solidFill>
            <a:srgbClr val="E85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1269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3</vt:lpstr>
      <vt:lpstr>Source Sans 3 Bold</vt:lpstr>
      <vt:lpstr>Noto Serif Light</vt:lpstr>
      <vt:lpstr>Noto Serif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1</cp:revision>
  <dcterms:created xsi:type="dcterms:W3CDTF">2026-08-19T06:45:58Z</dcterms:created>
  <dcterms:modified xsi:type="dcterms:W3CDTF">2026-10-02T16:30:46Z</dcterms:modified>
</cp:coreProperties>
</file>